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Letter"/>
          <p:cNvSpPr txBox="1"/>
          <p:nvPr/>
        </p:nvSpPr>
        <p:spPr/>
        <p:txBody>
          <a:bodyPr/>
          <a:lstStyle/>
          <a:p>
            <a:r>
              <a:t>Republic of the Philippines</a:t>
            </a:r>
          </a:p>
          <a:p>
            <a:r>
              <a:t>OFFICE OF THE MUNICIPAL MAYOR</a:t>
            </a:r>
          </a:p>
          <a:p>
            <a:r>
              <a:t/>
            </a:r>
          </a:p>
          <a:p>
            <a:r>
              <a:t>REQUEST LETTER</a:t>
            </a:r>
          </a:p>
          <a:p>
            <a:r>
              <a:t>Control No.: REF-2026-181</a:t>
            </a:r>
          </a:p>
          <a:p>
            <a:r>
              <a:t/>
            </a:r>
          </a:p>
          <a:p>
            <a:r>
              <a:t>TO: PROVINCIAL ENRO</a:t>
            </a:r>
          </a:p>
          <a:p>
            <a:r>
              <a:t>FROM: OFFICE OF THE MUNICIPAL MAYOR</a:t>
            </a:r>
          </a:p>
          <a:p>
            <a:r>
              <a:t>DATE: September 20, 2026</a:t>
            </a:r>
          </a:p>
          <a:p>
            <a:r>
              <a:t>DATE RECEIVED: October 1, 2026</a:t>
            </a:r>
          </a:p>
          <a:p>
            <a:r>
              <a:t>SUBJECT: REQUEST FOR TECHNICAL ASSISTANCE</a:t>
            </a:r>
          </a:p>
          <a:p>
            <a:r>
              <a:t>FOR RIVER REHABILITATION</a:t>
            </a:r>
          </a:p>
          <a:p>
            <a:r>
              <a:t/>
            </a:r>
          </a:p>
          <a:p>
            <a:r>
              <a:t>Dear Sir,</a:t>
            </a:r>
          </a:p>
          <a:p>
            <a:r>
              <a:t>Please assist with our program. The prior memorandum is referenced only.</a:t>
            </a:r>
          </a:p>
        </p:txBody>
      </p:sp>
    </p:spTree>
  </p:cSld>
</p:sld>
</file>